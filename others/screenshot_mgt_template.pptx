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6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20" clrIdx="0"/>
  <p:cmAuthor id="2" name="Papadakis Kantos, Yianna" initials="PKY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3"/>
          <p:cNvSpPr/>
          <p:nvPr/>
        </p:nvSpPr>
        <p:spPr>
          <a:xfrm>
            <a:off x="415291" y="400594"/>
            <a:ext cx="1546679" cy="2834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5"/>
          </a:p>
        </p:txBody>
      </p:sp>
      <p:sp>
        <p:nvSpPr>
          <p:cNvPr id="5" name="Rectangles 4"/>
          <p:cNvSpPr/>
          <p:nvPr/>
        </p:nvSpPr>
        <p:spPr>
          <a:xfrm>
            <a:off x="415291" y="845548"/>
            <a:ext cx="1546679" cy="283482"/>
          </a:xfrm>
          <a:prstGeom prst="rect">
            <a:avLst/>
          </a:prstGeom>
          <a:noFill/>
          <a:ln w="19050">
            <a:solidFill>
              <a:srgbClr val="132C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85"/>
          </a:p>
        </p:txBody>
      </p:sp>
      <p:sp>
        <p:nvSpPr>
          <p:cNvPr id="6" name="Rectangles 5"/>
          <p:cNvSpPr/>
          <p:nvPr/>
        </p:nvSpPr>
        <p:spPr>
          <a:xfrm>
            <a:off x="415291" y="1262380"/>
            <a:ext cx="1546679" cy="283482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85"/>
          </a:p>
        </p:txBody>
      </p:sp>
      <p:sp>
        <p:nvSpPr>
          <p:cNvPr id="7" name="Text Box 6"/>
          <p:cNvSpPr txBox="1"/>
          <p:nvPr/>
        </p:nvSpPr>
        <p:spPr>
          <a:xfrm>
            <a:off x="2267404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j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757715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k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248026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l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228647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n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738336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m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718958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o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209269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p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699579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q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6189890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r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680201" y="455749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132CFF"/>
                </a:solidFill>
                <a:latin typeface="Wingdings 2" panose="05020102010507070707" charset="0"/>
                <a:cs typeface="Wingdings 2" panose="05020102010507070707" charset="0"/>
              </a:rPr>
              <a:t>s</a:t>
            </a:r>
            <a:endParaRPr lang="en-US" sz="2000" b="1">
              <a:solidFill>
                <a:srgbClr val="132CFF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2280104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j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770415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k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256190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l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4236811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n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746501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m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718958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o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5209269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p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699579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q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189890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r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680201" y="868045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Wingdings 2" panose="05020102010507070707" charset="0"/>
                <a:cs typeface="Wingdings 2" panose="05020102010507070707" charset="0"/>
              </a:rPr>
              <a:t>s</a:t>
            </a:r>
            <a:endParaRPr lang="en-US" sz="2000" b="1">
              <a:solidFill>
                <a:srgbClr val="FF0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5109" y="3205026"/>
            <a:ext cx="1890032" cy="1911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645" b="1"/>
              <a:t>/Textbox</a:t>
            </a:r>
            <a:endParaRPr lang="en-US" sz="645" b="1"/>
          </a:p>
        </p:txBody>
      </p:sp>
      <p:sp>
        <p:nvSpPr>
          <p:cNvPr id="38" name="Rectangles 37"/>
          <p:cNvSpPr/>
          <p:nvPr/>
        </p:nvSpPr>
        <p:spPr>
          <a:xfrm>
            <a:off x="415291" y="1679212"/>
            <a:ext cx="1546679" cy="284843"/>
          </a:xfrm>
          <a:prstGeom prst="rect">
            <a:avLst/>
          </a:prstGeom>
          <a:noFill/>
          <a:ln w="1905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85"/>
          </a:p>
        </p:txBody>
      </p:sp>
      <p:sp>
        <p:nvSpPr>
          <p:cNvPr id="39" name="Text Box 38"/>
          <p:cNvSpPr txBox="1"/>
          <p:nvPr/>
        </p:nvSpPr>
        <p:spPr>
          <a:xfrm>
            <a:off x="2337708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j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2828019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k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1" name="Text Box 40"/>
          <p:cNvSpPr txBox="1"/>
          <p:nvPr/>
        </p:nvSpPr>
        <p:spPr>
          <a:xfrm>
            <a:off x="3318329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l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4298951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n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3808640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m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4789261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o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5279572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p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5769883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q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6260194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r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6750504" y="128034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C000"/>
                </a:solidFill>
                <a:latin typeface="Wingdings 2" panose="05020102010507070707" charset="0"/>
                <a:cs typeface="Wingdings 2" panose="05020102010507070707" charset="0"/>
              </a:rPr>
              <a:t>s</a:t>
            </a:r>
            <a:endParaRPr lang="en-US" sz="2000" b="1">
              <a:solidFill>
                <a:srgbClr val="FFC00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50408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j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2840719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k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3331029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l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4311651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n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3821340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m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4801961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o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5292272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p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5782583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q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6272894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r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763204" y="1679121"/>
            <a:ext cx="4102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B050"/>
                </a:solidFill>
                <a:latin typeface="Wingdings 2" panose="05020102010507070707" charset="0"/>
                <a:cs typeface="Wingdings 2" panose="05020102010507070707" charset="0"/>
              </a:rPr>
              <a:t>s</a:t>
            </a:r>
            <a:endParaRPr lang="en-US" sz="2000" b="1">
              <a:solidFill>
                <a:srgbClr val="00B050"/>
              </a:solidFill>
              <a:latin typeface="Wingdings 2" panose="05020102010507070707" charset="0"/>
              <a:cs typeface="Wingdings 2" panose="05020102010507070707" charset="0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415291" y="2077992"/>
            <a:ext cx="1546679" cy="284843"/>
          </a:xfrm>
          <a:prstGeom prst="rect">
            <a:avLst/>
          </a:prstGeom>
          <a:noFill/>
          <a:ln w="190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85"/>
          </a:p>
        </p:txBody>
      </p:sp>
      <p:sp>
        <p:nvSpPr>
          <p:cNvPr id="49" name="Rectangle 48"/>
          <p:cNvSpPr/>
          <p:nvPr/>
        </p:nvSpPr>
        <p:spPr>
          <a:xfrm>
            <a:off x="4135902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Ⓓ</a:t>
            </a:r>
            <a:endParaRPr lang="en-SG" dirty="0"/>
          </a:p>
        </p:txBody>
      </p:sp>
      <p:sp>
        <p:nvSpPr>
          <p:cNvPr id="50" name="Rectangle 49"/>
          <p:cNvSpPr/>
          <p:nvPr/>
        </p:nvSpPr>
        <p:spPr>
          <a:xfrm>
            <a:off x="3162576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Ⓐ</a:t>
            </a:r>
            <a:endParaRPr lang="en-SG" dirty="0"/>
          </a:p>
        </p:txBody>
      </p:sp>
      <p:sp>
        <p:nvSpPr>
          <p:cNvPr id="51" name="Rectangle 50"/>
          <p:cNvSpPr/>
          <p:nvPr/>
        </p:nvSpPr>
        <p:spPr>
          <a:xfrm>
            <a:off x="3487018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Ⓑ</a:t>
            </a:r>
            <a:endParaRPr lang="en-SG" dirty="0"/>
          </a:p>
        </p:txBody>
      </p:sp>
      <p:sp>
        <p:nvSpPr>
          <p:cNvPr id="52" name="Rectangle 51"/>
          <p:cNvSpPr/>
          <p:nvPr/>
        </p:nvSpPr>
        <p:spPr>
          <a:xfrm>
            <a:off x="3811460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Ⓒ</a:t>
            </a:r>
            <a:endParaRPr lang="en-SG" dirty="0"/>
          </a:p>
        </p:txBody>
      </p:sp>
      <p:sp>
        <p:nvSpPr>
          <p:cNvPr id="53" name="Rectangle 52"/>
          <p:cNvSpPr/>
          <p:nvPr/>
        </p:nvSpPr>
        <p:spPr>
          <a:xfrm>
            <a:off x="4460344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Ⓔ</a:t>
            </a:r>
            <a:endParaRPr lang="en-SG" dirty="0"/>
          </a:p>
        </p:txBody>
      </p:sp>
      <p:sp>
        <p:nvSpPr>
          <p:cNvPr id="54" name="Rectangle 53"/>
          <p:cNvSpPr/>
          <p:nvPr/>
        </p:nvSpPr>
        <p:spPr>
          <a:xfrm>
            <a:off x="4784786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Ⓕ</a:t>
            </a:r>
            <a:endParaRPr lang="en-SG" dirty="0"/>
          </a:p>
        </p:txBody>
      </p:sp>
      <p:sp>
        <p:nvSpPr>
          <p:cNvPr id="55" name="Rectangle 54"/>
          <p:cNvSpPr/>
          <p:nvPr/>
        </p:nvSpPr>
        <p:spPr>
          <a:xfrm>
            <a:off x="5109228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Ⓖ</a:t>
            </a:r>
            <a:endParaRPr lang="en-SG" dirty="0"/>
          </a:p>
        </p:txBody>
      </p:sp>
      <p:sp>
        <p:nvSpPr>
          <p:cNvPr id="56" name="Rectangle 55"/>
          <p:cNvSpPr/>
          <p:nvPr/>
        </p:nvSpPr>
        <p:spPr>
          <a:xfrm>
            <a:off x="5433670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Ⓗ</a:t>
            </a:r>
            <a:endParaRPr lang="en-SG" dirty="0"/>
          </a:p>
        </p:txBody>
      </p:sp>
      <p:sp>
        <p:nvSpPr>
          <p:cNvPr id="57" name="Rectangle 56"/>
          <p:cNvSpPr/>
          <p:nvPr/>
        </p:nvSpPr>
        <p:spPr>
          <a:xfrm>
            <a:off x="5758112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Ⓘ</a:t>
            </a:r>
            <a:endParaRPr lang="en-SG" dirty="0"/>
          </a:p>
        </p:txBody>
      </p:sp>
      <p:sp>
        <p:nvSpPr>
          <p:cNvPr id="58" name="Rectangle 57"/>
          <p:cNvSpPr/>
          <p:nvPr/>
        </p:nvSpPr>
        <p:spPr>
          <a:xfrm>
            <a:off x="6082554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Ⓙ</a:t>
            </a:r>
            <a:endParaRPr lang="en-SG" dirty="0"/>
          </a:p>
        </p:txBody>
      </p:sp>
      <p:sp>
        <p:nvSpPr>
          <p:cNvPr id="59" name="Rectangle 58"/>
          <p:cNvSpPr/>
          <p:nvPr/>
        </p:nvSpPr>
        <p:spPr>
          <a:xfrm>
            <a:off x="6406996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Ⓚ</a:t>
            </a:r>
            <a:endParaRPr lang="en-SG" dirty="0"/>
          </a:p>
        </p:txBody>
      </p:sp>
      <p:sp>
        <p:nvSpPr>
          <p:cNvPr id="60" name="Rectangle 59"/>
          <p:cNvSpPr/>
          <p:nvPr/>
        </p:nvSpPr>
        <p:spPr>
          <a:xfrm>
            <a:off x="6731438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Ⓛ</a:t>
            </a:r>
            <a:endParaRPr lang="en-SG" dirty="0"/>
          </a:p>
        </p:txBody>
      </p:sp>
      <p:sp>
        <p:nvSpPr>
          <p:cNvPr id="61" name="Rectangle 60"/>
          <p:cNvSpPr/>
          <p:nvPr/>
        </p:nvSpPr>
        <p:spPr>
          <a:xfrm>
            <a:off x="7055880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Ⓜ</a:t>
            </a:r>
            <a:endParaRPr lang="en-SG" dirty="0"/>
          </a:p>
        </p:txBody>
      </p:sp>
      <p:sp>
        <p:nvSpPr>
          <p:cNvPr id="62" name="Rectangle 61"/>
          <p:cNvSpPr/>
          <p:nvPr/>
        </p:nvSpPr>
        <p:spPr>
          <a:xfrm>
            <a:off x="7380322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Ⓝ</a:t>
            </a:r>
            <a:endParaRPr lang="en-SG" dirty="0"/>
          </a:p>
        </p:txBody>
      </p:sp>
      <p:sp>
        <p:nvSpPr>
          <p:cNvPr id="63" name="Rectangle 62"/>
          <p:cNvSpPr/>
          <p:nvPr/>
        </p:nvSpPr>
        <p:spPr>
          <a:xfrm>
            <a:off x="7704764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Ⓞ</a:t>
            </a:r>
            <a:endParaRPr lang="en-SG" dirty="0"/>
          </a:p>
        </p:txBody>
      </p:sp>
      <p:sp>
        <p:nvSpPr>
          <p:cNvPr id="64" name="Rectangle 63"/>
          <p:cNvSpPr/>
          <p:nvPr/>
        </p:nvSpPr>
        <p:spPr>
          <a:xfrm>
            <a:off x="8029206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Ⓟ</a:t>
            </a:r>
            <a:endParaRPr lang="en-SG" dirty="0"/>
          </a:p>
        </p:txBody>
      </p:sp>
      <p:sp>
        <p:nvSpPr>
          <p:cNvPr id="65" name="Rectangle 64"/>
          <p:cNvSpPr/>
          <p:nvPr/>
        </p:nvSpPr>
        <p:spPr>
          <a:xfrm>
            <a:off x="8353648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Ⓠ</a:t>
            </a:r>
            <a:endParaRPr lang="en-SG" dirty="0"/>
          </a:p>
        </p:txBody>
      </p:sp>
      <p:sp>
        <p:nvSpPr>
          <p:cNvPr id="66" name="Rectangle 65"/>
          <p:cNvSpPr/>
          <p:nvPr/>
        </p:nvSpPr>
        <p:spPr>
          <a:xfrm>
            <a:off x="8678090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Ⓡ</a:t>
            </a:r>
            <a:endParaRPr lang="en-SG" dirty="0"/>
          </a:p>
        </p:txBody>
      </p:sp>
      <p:sp>
        <p:nvSpPr>
          <p:cNvPr id="67" name="Rectangle 66"/>
          <p:cNvSpPr/>
          <p:nvPr/>
        </p:nvSpPr>
        <p:spPr>
          <a:xfrm>
            <a:off x="9002532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Ⓢ</a:t>
            </a:r>
            <a:endParaRPr lang="en-SG" dirty="0"/>
          </a:p>
        </p:txBody>
      </p:sp>
      <p:sp>
        <p:nvSpPr>
          <p:cNvPr id="68" name="Rectangle 67"/>
          <p:cNvSpPr/>
          <p:nvPr/>
        </p:nvSpPr>
        <p:spPr>
          <a:xfrm>
            <a:off x="9326974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Ⓣ</a:t>
            </a:r>
            <a:endParaRPr lang="en-SG" dirty="0"/>
          </a:p>
        </p:txBody>
      </p:sp>
      <p:sp>
        <p:nvSpPr>
          <p:cNvPr id="69" name="Rectangle 68"/>
          <p:cNvSpPr/>
          <p:nvPr/>
        </p:nvSpPr>
        <p:spPr>
          <a:xfrm>
            <a:off x="9651416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Ⓤ</a:t>
            </a:r>
            <a:endParaRPr lang="en-SG" dirty="0"/>
          </a:p>
        </p:txBody>
      </p:sp>
      <p:sp>
        <p:nvSpPr>
          <p:cNvPr id="70" name="Rectangle 69"/>
          <p:cNvSpPr/>
          <p:nvPr/>
        </p:nvSpPr>
        <p:spPr>
          <a:xfrm>
            <a:off x="9975858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Ⓥ</a:t>
            </a:r>
            <a:endParaRPr lang="en-SG" dirty="0"/>
          </a:p>
        </p:txBody>
      </p:sp>
      <p:sp>
        <p:nvSpPr>
          <p:cNvPr id="71" name="Rectangle 70"/>
          <p:cNvSpPr/>
          <p:nvPr/>
        </p:nvSpPr>
        <p:spPr>
          <a:xfrm>
            <a:off x="10300300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Ⓦ</a:t>
            </a:r>
            <a:endParaRPr lang="en-SG" dirty="0"/>
          </a:p>
        </p:txBody>
      </p:sp>
      <p:sp>
        <p:nvSpPr>
          <p:cNvPr id="72" name="Rectangle 71"/>
          <p:cNvSpPr/>
          <p:nvPr/>
        </p:nvSpPr>
        <p:spPr>
          <a:xfrm>
            <a:off x="10624742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Ⓧ</a:t>
            </a:r>
            <a:endParaRPr lang="en-SG" dirty="0"/>
          </a:p>
        </p:txBody>
      </p:sp>
      <p:sp>
        <p:nvSpPr>
          <p:cNvPr id="73" name="Rectangle 72"/>
          <p:cNvSpPr/>
          <p:nvPr/>
        </p:nvSpPr>
        <p:spPr>
          <a:xfrm>
            <a:off x="10949184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Ⓨ</a:t>
            </a:r>
            <a:endParaRPr lang="en-SG" dirty="0"/>
          </a:p>
        </p:txBody>
      </p:sp>
      <p:sp>
        <p:nvSpPr>
          <p:cNvPr id="74" name="Rectangle 73"/>
          <p:cNvSpPr/>
          <p:nvPr/>
        </p:nvSpPr>
        <p:spPr>
          <a:xfrm>
            <a:off x="11273623" y="3065382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Wingdings 2" panose="05020102010507070707" charset="0"/>
              </a:rPr>
              <a:t>Ⓩ</a:t>
            </a:r>
            <a:endParaRPr lang="en-S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COVER PAGE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Brief Description for screenshots’ purpose under this section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Subsection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This section covers...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WPS Presentation</Application>
  <PresentationFormat>Widescreen</PresentationFormat>
  <Paragraphs>142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Wingdings 2</vt:lpstr>
      <vt:lpstr>MS Gothic</vt:lpstr>
      <vt:lpstr>冬青黑体简体中文</vt:lpstr>
      <vt:lpstr>Calibri</vt:lpstr>
      <vt:lpstr>Helvetica Neue</vt:lpstr>
      <vt:lpstr>Amazon Ember</vt:lpstr>
      <vt:lpstr>苹方-简</vt:lpstr>
      <vt:lpstr>宋体-简</vt:lpstr>
      <vt:lpstr>Microsoft YaHei</vt:lpstr>
      <vt:lpstr>汉仪旗黑</vt:lpstr>
      <vt:lpstr>Arial Unicode MS</vt:lpstr>
      <vt:lpstr>Calibri Light</vt:lpstr>
      <vt:lpstr>Office Theme</vt:lpstr>
      <vt:lpstr>PowerPoint 演示文稿</vt:lpstr>
      <vt:lpstr>COVER PAGE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IMPERVA</dc:title>
  <dc:creator>bzhen</dc:creator>
  <cp:lastModifiedBy>bernicecpz</cp:lastModifiedBy>
  <cp:revision>12</cp:revision>
  <dcterms:created xsi:type="dcterms:W3CDTF">2024-11-11T15:47:17Z</dcterms:created>
  <dcterms:modified xsi:type="dcterms:W3CDTF">2024-11-11T15:47:17Z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1033-6.10.1.8197</vt:lpwstr>
  </property>
  <property fmtid="{D5CDD505-2E9C-101B-9397-08002B2CF9AE}" pid="3" name="ICV">
    <vt:lpwstr>75DA020D9380395CEC263267E87621B2_42</vt:lpwstr>
  </property>
</Properties>
</file>